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8102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SUNY POLY AIX CENTER · NYHIMA · JUNE 7,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019175"/>
            <a:ext cx="10595610" cy="169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150" b="1" spc="-123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and Writing with AI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952500" y="2846338"/>
            <a:ext cx="10595610" cy="1206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large language models in professional practice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52500" y="4067175"/>
            <a:ext cx="105956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 Schneider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SUNY Poly AIX Center · NYHIMA 2026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4514850"/>
            <a:ext cx="105956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lives at </a:t>
            </a:r>
            <a:pPr algn="l" indent="0" marL="0">
              <a:lnSpc>
                <a:spcPct val="150000"/>
              </a:lnSpc>
              <a:buNone/>
            </a:pPr>
            <a:r>
              <a:rPr lang="en-US" sz="1800" u="sng" dirty="0">
                <a:solidFill>
                  <a:srgbClr val="0D1B2A"/>
                </a:solidFill>
                <a:uFill>
                  <a:solidFill>
                    <a:srgbClr val="EDA900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tiny.cc/nyhima26ai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5181600"/>
            <a:ext cx="28019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1:00–4:00 PM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07735" y="5181600"/>
            <a:ext cx="24079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tiny.cc/nyhima26ai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-803523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-527298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OPENING · 10 MIN · START WITHOUT SLIDES — JUST TALK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-89148"/>
            <a:ext cx="7137857" cy="1004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45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asks </a:t>
            </a:r>
            <a:pPr algn="l" indent="0" marL="0">
              <a:lnSpc>
                <a:spcPct val="118000"/>
              </a:lnSpc>
              <a:buNone/>
            </a:pPr>
            <a:r>
              <a:rPr lang="en-US" sz="645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how.</a:t>
            </a:r>
            <a:endParaRPr lang="en-US" sz="6450" dirty="0"/>
          </a:p>
        </p:txBody>
      </p:sp>
      <p:sp>
        <p:nvSpPr>
          <p:cNvPr id="6" name="Text 4"/>
          <p:cNvSpPr/>
          <p:nvPr/>
        </p:nvSpPr>
        <p:spPr>
          <a:xfrm>
            <a:off x="952500" y="1144116"/>
            <a:ext cx="9821251" cy="2624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moves. </a:t>
            </a:r>
            <a:pPr algn="l" indent="0" marL="0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Interrogate </a:t>
            </a:r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— upload a file, ask it questions, surface a story. </a:t>
            </a:r>
            <a:pPr algn="l" indent="0" marL="0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</a:t>
            </a:r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— take that finding into a real regulatory document, ask what it means. </a:t>
            </a:r>
            <a:pPr algn="l" indent="0" marL="0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</a:t>
            </a:r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reshape the result until it reads like something you'll put your name on.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3939704"/>
            <a:ext cx="4407020" cy="2035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285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every step, the model produces output. Your job is deciding whether it's any good.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52500" y="6109022"/>
            <a:ext cx="72022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 for the whole day: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agency, not adaptation.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8102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ICEBREAKER + INFRASTRUCTURE · 30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019175"/>
            <a:ext cx="10595610" cy="62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350" b="1" spc="-87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</a:t>
            </a:r>
            <a:pPr algn="l" indent="0" marL="0">
              <a:lnSpc>
                <a:spcPct val="106000"/>
              </a:lnSpc>
              <a:buNone/>
            </a:pPr>
            <a:r>
              <a:rPr lang="en-US" sz="4350" b="1" u="sng" spc="-87" kern="0" dirty="0">
                <a:solidFill>
                  <a:srgbClr val="0D1B2A"/>
                </a:solidFill>
                <a:uFill>
                  <a:solidFill>
                    <a:srgbClr val="EDA900"/>
                  </a:solidFill>
                </a:uFill>
                <a:latin typeface="Georgia" pitchFamily="34" charset="0"/>
                <a:ea typeface="Georgia" pitchFamily="34" charset="-122"/>
                <a:cs typeface="Georgia" pitchFamily="34" charset="-120"/>
              </a:rPr>
              <a:t>tiny.cc/nyhima26ai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52500" y="1795239"/>
            <a:ext cx="392851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copy/paste — the whole workflow in one go: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500" y="2547714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905000" y="2500089"/>
            <a:ext cx="41401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tiny.cc/nyhima26ai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52500" y="2957289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905000" y="2909664"/>
            <a:ext cx="41401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workshop-prompts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52500" y="3366864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905000" y="3319239"/>
            <a:ext cx="41401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hello.md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select all → copy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52500" y="3776439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905000" y="3728814"/>
            <a:ext cx="41401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(gemini.google.com)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52500" y="4186014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905000" y="4138389"/>
            <a:ext cx="41401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→ send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52500" y="4605114"/>
            <a:ext cx="480151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am"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"you are." You're telling the model who's asking. Compare what a few people got.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7450" y="2138139"/>
            <a:ext cx="1541859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67450" y="1871439"/>
            <a:ext cx="14656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09309" y="2138139"/>
            <a:ext cx="3430191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809309" y="1871439"/>
            <a:ext cx="33806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7450" y="2628677"/>
            <a:ext cx="1541859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67450" y="2252439"/>
            <a:ext cx="14656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809309" y="2628677"/>
            <a:ext cx="3430191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809309" y="2252439"/>
            <a:ext cx="338069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tiny.cc/nyhima26ai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67450" y="3104927"/>
            <a:ext cx="1541859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267450" y="2733452"/>
            <a:ext cx="14656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model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809309" y="3104927"/>
            <a:ext cx="3430191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809309" y="2733452"/>
            <a:ext cx="3380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free — uploads, math, charts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67450" y="3581177"/>
            <a:ext cx="1541859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267450" y="3209702"/>
            <a:ext cx="14656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model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809309" y="3581177"/>
            <a:ext cx="3430191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809309" y="3209702"/>
            <a:ext cx="3380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or ChatGPT (for tables ahead)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67450" y="3766914"/>
            <a:ext cx="44750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002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 — four tabs open: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267450" y="4443189"/>
            <a:ext cx="660202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67450" y="4176489"/>
            <a:ext cx="5840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27652" y="4443189"/>
            <a:ext cx="4311848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927652" y="4176489"/>
            <a:ext cx="42888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IN IT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7450" y="4933727"/>
            <a:ext cx="660202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267450" y="4557489"/>
            <a:ext cx="58400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927652" y="4933727"/>
            <a:ext cx="4311848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927652" y="4557489"/>
            <a:ext cx="42888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tiny.cc/nyhima26ai — materials hub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267450" y="5409977"/>
            <a:ext cx="660202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267450" y="5038502"/>
            <a:ext cx="5840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927652" y="5409977"/>
            <a:ext cx="4311848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927652" y="5038502"/>
            <a:ext cx="42888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— Round 1 conversation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267450" y="5886227"/>
            <a:ext cx="660202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267450" y="5514752"/>
            <a:ext cx="5840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927652" y="5886227"/>
            <a:ext cx="4311848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927652" y="5514752"/>
            <a:ext cx="42888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— Round 2 conversation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267450" y="6362477"/>
            <a:ext cx="660202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267450" y="5991002"/>
            <a:ext cx="5840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927652" y="6362477"/>
            <a:ext cx="4311848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927652" y="5991002"/>
            <a:ext cx="42888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— Round 3 conversation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6267450" y="6472014"/>
            <a:ext cx="432132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round gets its own conversation. Clean context. Fresh start.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8102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GEMINI WINDOW · USE THE ICEBREAKER RESPONSE TO WALK THROUGH THIS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019175"/>
            <a:ext cx="10595610" cy="62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350" b="1" spc="-87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at the response. See the buttons.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52500" y="2138139"/>
            <a:ext cx="2095500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871439"/>
            <a:ext cx="2019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48000" y="2138139"/>
            <a:ext cx="2567880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048000" y="1871439"/>
            <a:ext cx="24925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15880" y="2138139"/>
            <a:ext cx="5623620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15880" y="1871439"/>
            <a:ext cx="56399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TEACHES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2500" y="2904902"/>
            <a:ext cx="209550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252439"/>
            <a:ext cx="2019300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Thumbs up / down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48000" y="2904902"/>
            <a:ext cx="256788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048000" y="2252439"/>
            <a:ext cx="2492517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feedback to Google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15880" y="2904902"/>
            <a:ext cx="562362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615880" y="2252439"/>
            <a:ext cx="5639928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putting a signal into the system — shapes this conversation and feeds future training.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52500" y="3657377"/>
            <a:ext cx="209550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3009677"/>
            <a:ext cx="20193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048000" y="3657377"/>
            <a:ext cx="256788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048000" y="3009677"/>
            <a:ext cx="249251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the response to your clipboard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15880" y="3657377"/>
            <a:ext cx="562362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615880" y="3009677"/>
            <a:ext cx="563992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transcript stays in Gemini — but copying makes it portable. You're moving it into your space.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2500" y="4409852"/>
            <a:ext cx="209550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3762152"/>
            <a:ext cx="20193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Google Docs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048000" y="4409852"/>
            <a:ext cx="256788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048000" y="3762152"/>
            <a:ext cx="249251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the response into a Google Doc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15880" y="4409852"/>
            <a:ext cx="562362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615880" y="3762152"/>
            <a:ext cx="563992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copy/paste. Puts model output into a collaborative context where real work happens.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52500" y="5162327"/>
            <a:ext cx="209550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4514627"/>
            <a:ext cx="20193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048000" y="5162327"/>
            <a:ext cx="256788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048000" y="4514627"/>
            <a:ext cx="249251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the same prompt again, differently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15880" y="5162327"/>
            <a:ext cx="562362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615880" y="4514627"/>
            <a:ext cx="563992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single right answer.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again — you get a different path through the same probability space.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52500" y="5367114"/>
            <a:ext cx="3202980" cy="1457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2025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Regenerate is the most important thing you can see about what a language model is.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8102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SPINE OF THE DAY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019175"/>
            <a:ext cx="10595610" cy="66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650" b="1" spc="-93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Interrogate → Interpret → Iterate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952500" y="2192834"/>
            <a:ext cx="1714500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911846"/>
            <a:ext cx="1638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2667000" y="2192834"/>
            <a:ext cx="1695227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667000" y="1911846"/>
            <a:ext cx="161902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WORK WITH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4362227" y="2192834"/>
            <a:ext cx="6877273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362227" y="1911846"/>
            <a:ext cx="693119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 WORK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952500" y="2776686"/>
            <a:ext cx="171450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326184"/>
            <a:ext cx="1600200" cy="374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667000" y="2776686"/>
            <a:ext cx="1695227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667000" y="2326184"/>
            <a:ext cx="1580927" cy="374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62227" y="2776686"/>
            <a:ext cx="6877273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362227" y="2326184"/>
            <a:ext cx="6893091" cy="374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questions. Surface patterns. </a:t>
            </a:r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questions are yours.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3677692"/>
            <a:ext cx="171450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2900511"/>
            <a:ext cx="160020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667000" y="3677692"/>
            <a:ext cx="1695227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667000" y="2900511"/>
            <a:ext cx="1580927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text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362227" y="3677692"/>
            <a:ext cx="6877273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362227" y="2900511"/>
            <a:ext cx="689309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your finding into the document. Catch what's soft, missing, or wrong. </a:t>
            </a:r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expertise decides what the story means.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4578697"/>
            <a:ext cx="1714500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3801517"/>
            <a:ext cx="160020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667000" y="4578697"/>
            <a:ext cx="1695227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667000" y="3801517"/>
            <a:ext cx="1580927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linked story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362227" y="4578697"/>
            <a:ext cx="6877273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362227" y="3801517"/>
            <a:ext cx="689309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back, refine, again. </a:t>
            </a:r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it reads like something you'll put your name on.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2500" y="4764435"/>
            <a:ext cx="528163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chain, not three errands. Inside each move: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think, and write.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81025"/>
            <a:ext cx="109880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1 · 30 MIN · SELF-DIRECTED · GEMINI FREE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019175"/>
            <a:ext cx="10988040" cy="563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900" b="1" spc="-78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Interrogate — pick one file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62000" y="2039466"/>
            <a:ext cx="2470845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772766"/>
            <a:ext cx="23946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32845" y="2039466"/>
            <a:ext cx="3632374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32845" y="1772766"/>
            <a:ext cx="35889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IN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65218" y="2039466"/>
            <a:ext cx="4564782" cy="19050"/>
          </a:xfrm>
          <a:prstGeom prst="rect">
            <a:avLst/>
          </a:prstGeom>
          <a:solidFill>
            <a:srgbClr val="002C73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65218" y="1772766"/>
            <a:ext cx="45493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THIS IF YOU WANT…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3082454"/>
            <a:ext cx="2470845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2153766"/>
            <a:ext cx="2394645" cy="871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Complications &amp; Deaths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32845" y="3082454"/>
            <a:ext cx="3632374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32845" y="2153766"/>
            <a:ext cx="3588945" cy="871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mortality, hip/knee, pressure ulcers, PSI-90 — 20 measures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65218" y="3082454"/>
            <a:ext cx="4564782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65218" y="2153766"/>
            <a:ext cx="4549325" cy="871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…the richest storytelling.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NY surgical-mortality number lands at 240. First question: "what's the denominator?"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000" y="4111154"/>
            <a:ext cx="2470845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3187229"/>
            <a:ext cx="23946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Readmissions (HRRP)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32845" y="4111154"/>
            <a:ext cx="3632374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32845" y="3187229"/>
            <a:ext cx="3588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Readmission Ratio for six conditions. ERR &gt; 1.0 = Medicare penalty exposure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65218" y="4111154"/>
            <a:ext cx="4564782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65218" y="3187229"/>
            <a:ext cx="45493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 clean memo in 15 minutes.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descending, write the penalty-risk memo. Do you push back on what the ERR measures?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2000" y="5139854"/>
            <a:ext cx="2470845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4215929"/>
            <a:ext cx="23946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Safety (PSI-6)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232845" y="5139854"/>
            <a:ext cx="3632374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32845" y="4215929"/>
            <a:ext cx="3588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AHRQ adverse-event rates at six-decimal precision — iatrogenic pneumothorax, PSI-90 composite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65218" y="5139854"/>
            <a:ext cx="4564782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65218" y="4215929"/>
            <a:ext cx="45493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…to see precision masquerade as meaning.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PSI-06 doesn't adjust for procedure volume. PSI-90 is 11 measures bundled into one.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62000" y="6168554"/>
            <a:ext cx="2470845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" y="5244629"/>
            <a:ext cx="23946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Healthcare-Associated Infections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232845" y="6168554"/>
            <a:ext cx="3632374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32845" y="5244629"/>
            <a:ext cx="3588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Infection Ratios — CLABSI, CAUTI, MRSA, C. diff — 36 measures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865218" y="6168554"/>
            <a:ext cx="4564782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865218" y="5244629"/>
            <a:ext cx="45493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…to learn what missing data teaches.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 of NY rows: "Not Available." That's not zero infections.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62000" y="7197254"/>
            <a:ext cx="2470845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62000" y="6273329"/>
            <a:ext cx="23946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Health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232845" y="7197254"/>
            <a:ext cx="3632374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232845" y="6273329"/>
            <a:ext cx="35889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Cesarean rates, severe maternal morbidity, SM-7: does the hospital screen for maternal depression?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865218" y="7197254"/>
            <a:ext cx="4564782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865218" y="6273329"/>
            <a:ext cx="45493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…the case where one row is the whole story.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SM-7 is yes/no. In NY: 101 yes, 1 no. The model reports "66% yes." The 1 no is the finding.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8102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 ON SCREEN · ROUND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019175"/>
            <a:ext cx="1059561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b="1" spc="-90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Interrogate — read, think, write with data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52500" y="1943993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286000" y="1853505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new Gemini tab. Upload your file.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2467868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2286000" y="2377380"/>
            <a:ext cx="92221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each row? How many hospitals? What are the key metrics? What's missing?" </a:t>
            </a:r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data dictionary first.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500" y="3363218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2286000" y="3272730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three-variable question.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" y="3887093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2286000" y="3796605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one level deeper —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kind of hospital is the outlier?"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2500" y="4410968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2286000" y="4320480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your one finding — the number or pattern you're carrying to Round 2.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4863405"/>
            <a:ext cx="528163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a wall on file size or tokens? Start a fresh conversation. Ahead of the room? Ask it something it would get wrong — and catch it.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8102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1 DEBRIEF — READ THE ROOM FIRST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019175"/>
            <a:ext cx="10595610" cy="583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050" b="1" spc="-81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the data tell you — and who found it?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371600" y="1831032"/>
            <a:ext cx="1017651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opened it up? Which one was a dead end?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2516832"/>
            <a:ext cx="1017651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</a:t>
            </a:r>
            <a:pPr algn="l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</a:t>
            </a:r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to know something the model didn't?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2500" y="4361780"/>
            <a:ext cx="3857104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340745"/>
            <a:ext cx="3744217" cy="944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found what they expected — confirmed a hunch, felt smart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809604" y="4361780"/>
            <a:ext cx="6429896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09604" y="3340745"/>
            <a:ext cx="6451343" cy="944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002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"Ask without a thesis. See what the data says back."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52500" y="5207571"/>
            <a:ext cx="3857104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485605"/>
            <a:ext cx="3744217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surfaced something they weren't looking for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809604" y="5207571"/>
            <a:ext cx="6429896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09604" y="4485605"/>
            <a:ext cx="645134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002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model doesn't know what matters. Neither did you yet — and that was the right starting point."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2500" y="6053361"/>
            <a:ext cx="3857104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331396"/>
            <a:ext cx="3744217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about what a finding means, or who produced it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4809604" y="6053361"/>
            <a:ext cx="6429896" cy="9525"/>
          </a:xfrm>
          <a:prstGeom prst="rect">
            <a:avLst/>
          </a:prstGeom>
          <a:solidFill>
            <a:srgbClr val="002C73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09604" y="5331396"/>
            <a:ext cx="645134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002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brought the question. The model brought a pattern. What you do with it is the work."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52500" y="6220048"/>
            <a:ext cx="3314807" cy="114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210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Going in without a fixed answer is the method, not a failure of it.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8102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FACILITATOR ONLY — NOT ON SCREEN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52500" y="1019175"/>
            <a:ext cx="10287000" cy="238125"/>
          </a:xfrm>
          <a:prstGeom prst="roundRect">
            <a:avLst>
              <a:gd name="adj" fmla="val 16000"/>
            </a:avLst>
          </a:prstGeom>
          <a:ln w="9525">
            <a:solidFill>
              <a:srgbClr val="EDA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7275" y="1057275"/>
            <a:ext cx="103860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ED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THIS BEFORE THE WORKSHOP — DEBRIEF AMMUNITION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952500" y="1428750"/>
            <a:ext cx="10595610" cy="563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the model will get wrong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952500" y="2153766"/>
            <a:ext cx="3429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ED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71600" y="2125191"/>
            <a:ext cx="1016393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 volatility on small N (HRRP).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Sinai West — ERR 1.26 on 27 cases. Wide CI. Model reports "high-readmission hospital." Won't flag unless pushed.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2500" y="2839566"/>
            <a:ext cx="3429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ED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0" y="2810991"/>
            <a:ext cx="1016393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is not random (HAI).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 of NY rows "Not Available." Smaller, rural, safety-net hospitals disproportionately missing. Model analyzes the 57% that reported.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" y="3525366"/>
            <a:ext cx="3429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ED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71600" y="3496791"/>
            <a:ext cx="1016393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PSI-90 is a composite (PSI file).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average of 11 indicators. One PSI can drive the whole score. Model won't decompose unless asked.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2500" y="4211166"/>
            <a:ext cx="3429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ED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71600" y="4182591"/>
            <a:ext cx="1016393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denominator problem (PSI-06).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Pneumothorax doesn't adjust for procedure volume. High rate at a high-volume academic center ≠ high rate at a community hospital.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2500" y="4896966"/>
            <a:ext cx="3429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ED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4868391"/>
            <a:ext cx="1016393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answer is the finding (Maternal Health).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SM-7: 101 yes, 1 no. Model summarizes "66% yes." The 1 no is the story. Model won't say that unprompted.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8102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2 · 30 MIN · SELF-DIRECTED · GEMINI FREE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019175"/>
            <a:ext cx="10595610" cy="1249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b="1" spc="-90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 — carry your finding into the document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52500" y="2440186"/>
            <a:ext cx="1021414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what you found in Round 1. One finding — something that surprised you. Choose the document at </a:t>
            </a:r>
            <a:pPr algn="l" indent="0" marL="0">
              <a:lnSpc>
                <a:spcPct val="150000"/>
              </a:lnSpc>
              <a:buNone/>
            </a:pPr>
            <a:r>
              <a:rPr lang="en-US" sz="2700" u="sng" dirty="0">
                <a:solidFill>
                  <a:srgbClr val="0D1B2A"/>
                </a:solidFill>
                <a:uFill>
                  <a:solidFill>
                    <a:srgbClr val="EDA900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tiny.cc/nyhima26ai → documents </a:t>
            </a:r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speaks to it. Tell the model your story.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2500" y="4173736"/>
            <a:ext cx="4915942" cy="2602111"/>
          </a:xfrm>
          <a:prstGeom prst="roundRect">
            <a:avLst>
              <a:gd name="adj" fmla="val 4393"/>
            </a:avLst>
          </a:prstGeom>
          <a:solidFill>
            <a:srgbClr val="FFF8E6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6756797"/>
            <a:ext cx="4915942" cy="19050"/>
          </a:xfrm>
          <a:prstGeom prst="rect">
            <a:avLst/>
          </a:prstGeom>
          <a:solidFill>
            <a:srgbClr val="E8DDB8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4173736"/>
            <a:ext cx="4915942" cy="19050"/>
          </a:xfrm>
          <a:prstGeom prst="rect">
            <a:avLst/>
          </a:prstGeom>
          <a:solidFill>
            <a:srgbClr val="E8DDB8"/>
          </a:solidFill>
          <a:ln/>
        </p:spPr>
      </p:sp>
      <p:sp>
        <p:nvSpPr>
          <p:cNvPr id="10" name="Shape 8"/>
          <p:cNvSpPr/>
          <p:nvPr/>
        </p:nvSpPr>
        <p:spPr>
          <a:xfrm>
            <a:off x="952500" y="4173736"/>
            <a:ext cx="47625" cy="2602111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11" name="Shape 9"/>
          <p:cNvSpPr/>
          <p:nvPr/>
        </p:nvSpPr>
        <p:spPr>
          <a:xfrm>
            <a:off x="5849392" y="4173736"/>
            <a:ext cx="19050" cy="2602111"/>
          </a:xfrm>
          <a:prstGeom prst="rect">
            <a:avLst/>
          </a:prstGeom>
          <a:solidFill>
            <a:srgbClr val="E8DDB8"/>
          </a:solidFill>
          <a:ln/>
        </p:spPr>
      </p:sp>
      <p:sp>
        <p:nvSpPr>
          <p:cNvPr id="12" name="Text 10"/>
          <p:cNvSpPr/>
          <p:nvPr/>
        </p:nvSpPr>
        <p:spPr>
          <a:xfrm>
            <a:off x="1381125" y="4535686"/>
            <a:ext cx="4209885" cy="191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"Here's the data story I found in Round 1. Tell me what this story means in the context of this document."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52500" y="6966347"/>
            <a:ext cx="720224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asking it to summarize. You're asking it to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 to what you found. Then you judge whether the answer is professionally adequate.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8102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 ON SCREEN · ROUND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019175"/>
            <a:ext cx="1059561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b="1" spc="-90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 — read, think, write with text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52500" y="1943993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286000" y="1853505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your Round 1 finding. One story. One number that surprised you.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2467868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2286000" y="2377380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document from the library that speaks to it.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500" y="2991743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2286000" y="2901255"/>
            <a:ext cx="92221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"Here's what I found. What does this mean in the context of this document?"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" y="3887093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2286000" y="3796605"/>
            <a:ext cx="92221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output as a professional. Where is the model right? Where does it need your expertise to complete?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2500" y="4711005"/>
            <a:ext cx="528163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Ahead of the room? Open a second model. Paste the same finding and document. Ask: "A colleague interpreted this for me. What did they miss?"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-768028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-491803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2 DEBRIEF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-53653"/>
            <a:ext cx="10595610" cy="1128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050" b="1" spc="-81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that sounds authoritative about the law is a specific kind of dangerous.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739140" y="1246212"/>
            <a:ext cx="1057656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didn't already know this regulation, how would you know it got it wrong?</a:t>
            </a:r>
            <a:endParaRPr lang="en-US" sz="2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hand the model's version to a colleague without editing it?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3265512"/>
            <a:ext cx="3314807" cy="2245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210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applied the framework correctly and reached the wrong conclusion. You're the only one in this room who can answer why.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5644828"/>
            <a:ext cx="720224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 model explain correctly — and what did it need your expertise to complete?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-149572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126653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3 · 30 MIN · SELF-DIRECTED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564803"/>
            <a:ext cx="10595610" cy="865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150" b="1" spc="-123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words. 100 words. 400 words.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952500" y="1621259"/>
            <a:ext cx="10214140" cy="2100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Round 2 output back in. Ask for </a:t>
            </a:r>
            <a:pPr algn="l" indent="0" marL="0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words </a:t>
            </a:r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Read what comes back — that's the model's version of what you actually argued. If it's wrong, that's where you push back. Not on the 400-word version. On the 25.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3816772"/>
            <a:ext cx="10214140" cy="2105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25-word version is right, ask for 100. Then 400. If you need a different register — for a physician, for a board, for a patient — ask for that too. </a:t>
            </a:r>
            <a:pPr algn="l" indent="0" marL="0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finding, different voice. That's the move.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8102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 ON SCREEN · ROUND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019175"/>
            <a:ext cx="1059561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b="1" spc="-90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Iterate — 25 words. 100 words. 400 words.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52500" y="1943993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286000" y="1853505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Round 2 output back in.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2467868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2286000" y="2377380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this as 25 words."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500" y="2991743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2286000" y="2901255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it. Is that your argument? If not, fix it here — not later.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" y="3515618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2286000" y="3425130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write it as 100 words."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2500" y="4039493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2286000" y="3949005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write it as 400 words."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4563368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2286000" y="4472880"/>
            <a:ext cx="9222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"Rewrite this for [physician / board / patient]."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finding, different voice.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52500" y="5015805"/>
            <a:ext cx="528163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25-word version is the test. If you can't say it in 25 words, you don't know what you're arguing yet.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2917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0539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3 DEBRIEF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743545"/>
            <a:ext cx="10595610" cy="66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650" b="1" spc="-93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the 25-word version reveal?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739140" y="1598116"/>
            <a:ext cx="1057656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the model's 25 words your argument — or its own?</a:t>
            </a:r>
            <a:endParaRPr lang="en-US" sz="2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 400-word version add that earned its place?</a:t>
            </a:r>
            <a:endParaRPr lang="en-US" sz="2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changing the audience change what needed to be said?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3865066"/>
            <a:ext cx="3314807" cy="1877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210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between 25 words and 400 words is where padding lives. Your job was to decide what belongs in that gap.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304800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581025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TABLES THAT FINISH EARLY — NOT REQUIRED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1019175"/>
            <a:ext cx="10595610" cy="623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350" b="1" spc="-87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you're ahead: two encores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952500" y="1814289"/>
            <a:ext cx="4991100" cy="2986683"/>
          </a:xfrm>
          <a:prstGeom prst="roundRect">
            <a:avLst>
              <a:gd name="adj" fmla="val 3189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2023839"/>
            <a:ext cx="4669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ENCORE A — JUDGMENT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1100" y="2433414"/>
            <a:ext cx="4669917" cy="1986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scenario at </a:t>
            </a:r>
            <a:pPr algn="l" indent="0" marL="0">
              <a:lnSpc>
                <a:spcPct val="155000"/>
              </a:lnSpc>
              <a:buNone/>
            </a:pPr>
            <a:r>
              <a:rPr lang="en-US" sz="1650" u="sng" dirty="0">
                <a:solidFill>
                  <a:srgbClr val="0D1B2A"/>
                </a:solidFill>
                <a:uFill>
                  <a:solidFill>
                    <a:srgbClr val="EDA900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tiny.cc/nyhima26ai → judgment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(J1–J4). </a:t>
            </a:r>
            <a:pPr algn="l" indent="0" marL="0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position first — what should happen and why — before you open the model.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make the model argue against you. Watch it perform balance when you needed a call.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48400" y="1814289"/>
            <a:ext cx="4991100" cy="2986683"/>
          </a:xfrm>
          <a:prstGeom prst="roundRect">
            <a:avLst>
              <a:gd name="adj" fmla="val 3189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2023839"/>
            <a:ext cx="4669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2C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ENCORE B — THE DOCUMENTATION GAP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7000" y="2433414"/>
            <a:ext cx="4669917" cy="1661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file and a document together from the start. Interrogate (where are we failing?) → Interpret (what does it require?) → Iterate toward a one-page memo to your CEO: the gap and three actions.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2500" y="5029572"/>
            <a:ext cx="3314807" cy="1510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210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work is never just data or just text. It's both — and it takes all three moves to get to something worth acting on.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-501328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-225103"/>
            <a:ext cx="105956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 · 25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52500" y="213047"/>
            <a:ext cx="10595610" cy="169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150" b="1" spc="-123" kern="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just read everything you produced today.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952500" y="2097360"/>
            <a:ext cx="1021414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thirty of you made in three hours. Same five files, different stories. Same documents, different reads. I just used AI to read all of your AI work — in about thirty seconds.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3849960"/>
            <a:ext cx="4407020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285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— who gets credit for this?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52500" y="4520878"/>
            <a:ext cx="851174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interrogated, interpreted, helped you iterate.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decided which questions mattered, what the document actually meant, and when the chain held together. The model did none of that. You did.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8C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631106"/>
            <a:ext cx="457200" cy="28575"/>
          </a:xfrm>
          <a:prstGeom prst="rect">
            <a:avLst/>
          </a:prstGeom>
          <a:solidFill>
            <a:srgbClr val="EDA9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907331"/>
            <a:ext cx="7137857" cy="1004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45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asked </a:t>
            </a:r>
            <a:pPr algn="l" indent="0" marL="0">
              <a:lnSpc>
                <a:spcPct val="118000"/>
              </a:lnSpc>
              <a:buNone/>
            </a:pPr>
            <a:r>
              <a:rPr lang="en-US" sz="645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how.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952500" y="2083445"/>
            <a:ext cx="10214140" cy="15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left unasked is why — why you'd do this, what it costs, what it's for. That's the harder question. But you can't answer it without knowing how first. </a:t>
            </a:r>
            <a:pPr algn="l" indent="0" marL="0">
              <a:lnSpc>
                <a:spcPct val="150000"/>
              </a:lnSpc>
              <a:buNone/>
            </a:pPr>
            <a:r>
              <a:rPr lang="en-US" sz="2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you do.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" y="3936057"/>
            <a:ext cx="10287000" cy="19050"/>
          </a:xfrm>
          <a:prstGeom prst="rect">
            <a:avLst/>
          </a:prstGeom>
          <a:solidFill>
            <a:srgbClr val="002C73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164657"/>
            <a:ext cx="105956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stays live — </a:t>
            </a:r>
            <a:pPr algn="l" indent="0" marL="0">
              <a:buNone/>
            </a:pPr>
            <a:r>
              <a:rPr lang="en-US" sz="1800" u="sng" dirty="0">
                <a:solidFill>
                  <a:srgbClr val="0D1B2A"/>
                </a:solidFill>
                <a:uFill>
                  <a:solidFill>
                    <a:srgbClr val="EDA900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tiny.cc/nyhima26ai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4483745"/>
            <a:ext cx="105956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 AIX Center — </a:t>
            </a:r>
            <a:pPr algn="l" indent="0" marL="0">
              <a:buNone/>
            </a:pPr>
            <a:r>
              <a:rPr lang="en-US" sz="1800" u="sng" dirty="0">
                <a:solidFill>
                  <a:srgbClr val="0D1B2A"/>
                </a:solidFill>
                <a:uFill>
                  <a:solidFill>
                    <a:srgbClr val="EDA900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sunypolyaix.github.io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4802832"/>
            <a:ext cx="105956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steve@sunypoly.edu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2026-06-07T15:58:17Z</dcterms:created>
  <dcterms:modified xsi:type="dcterms:W3CDTF">2026-06-07T15:58:17Z</dcterms:modified>
</cp:coreProperties>
</file>